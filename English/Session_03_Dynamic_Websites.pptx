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</a:defRPr>
            </a:pPr>
            <a:r>
              <a:t>SESSION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Dynamic Websites</a:t>
            </a:r>
          </a:p>
          <a:p>
            <a:r>
              <a:t>Form Handling with PHP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Session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Time: 3 hours (Theory: 1.5h, Practice: 1.5h)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Reference: Chapter 3 - PHP &amp; MySQL Web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Objectives: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Create HTML Forms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Understand GET vs POST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Process form data with PHP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* Validate user input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Learning Outcomes: LO1, LO2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HTML Form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Form Structure: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&lt;form action="process.php" method="POST"&gt;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 &lt;!-- input elements --&gt;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 &lt;input type="text" name="username"&gt;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 &lt;input type="submit" value="Submit"&gt;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&lt;/form&gt;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Form Attributes: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action: URL to process form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method: GET or POST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enctype: Encoding type (for file uploads)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Basic HTML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&lt;form action="process.php" method="POST"&gt;</a:t>
            </a:r>
          </a:p>
          <a:p>
            <a:r>
              <a:t>    &lt;label&gt;Username:&lt;/label&gt;</a:t>
            </a:r>
          </a:p>
          <a:p>
            <a:r>
              <a:t>    &lt;input type="text" name="username" </a:t>
            </a:r>
          </a:p>
          <a:p>
            <a:r>
              <a:t>           placeholder="Enter username"&gt;</a:t>
            </a:r>
          </a:p>
          <a:p>
            <a:r>
              <a:t>    </a:t>
            </a:r>
          </a:p>
          <a:p>
            <a:r>
              <a:t>    &lt;label&gt;Password:&lt;/label&gt;</a:t>
            </a:r>
          </a:p>
          <a:p>
            <a:r>
              <a:t>    &lt;input type="password" name="password"&gt;</a:t>
            </a:r>
          </a:p>
          <a:p>
            <a:r>
              <a:t>    </a:t>
            </a:r>
          </a:p>
          <a:p>
            <a:r>
              <a:t>    &lt;label&gt;Email:&lt;/label&gt;</a:t>
            </a:r>
          </a:p>
          <a:p>
            <a:r>
              <a:t>    &lt;input type="email" name="email"&gt;</a:t>
            </a:r>
          </a:p>
          <a:p>
            <a:r>
              <a:t>    </a:t>
            </a:r>
          </a:p>
          <a:p>
            <a:r>
              <a:t>    &lt;label&gt;Age:&lt;/label&gt;</a:t>
            </a:r>
          </a:p>
          <a:p>
            <a:r>
              <a:t>    &lt;input type="number" name="age" min="1" max="100"&gt;</a:t>
            </a:r>
          </a:p>
          <a:p>
            <a:r>
              <a:t>    </a:t>
            </a:r>
          </a:p>
          <a:p>
            <a:r>
              <a:t>    &lt;label&gt;Message:&lt;/label&gt;</a:t>
            </a:r>
          </a:p>
          <a:p>
            <a:r>
              <a:t>    &lt;textarea name="message" rows="5"&gt;&lt;/textarea&gt;</a:t>
            </a:r>
          </a:p>
          <a:p>
            <a:r>
              <a:t>    </a:t>
            </a:r>
          </a:p>
          <a:p>
            <a:r>
              <a:t>    &lt;label&gt;Country:&lt;/label&gt;</a:t>
            </a:r>
          </a:p>
          <a:p>
            <a:r>
              <a:t>    &lt;select name="country"&gt;</a:t>
            </a:r>
          </a:p>
          <a:p>
            <a:r>
              <a:t>        &lt;option value=""&gt;-- Select --&lt;/option&gt;</a:t>
            </a:r>
          </a:p>
          <a:p>
            <a:r>
              <a:t>        &lt;option value="vn"&gt;Vietnam&lt;/option&gt;</a:t>
            </a:r>
          </a:p>
          <a:p>
            <a:r>
              <a:t>        &lt;option value="us"&gt;USA&lt;/option&gt;</a:t>
            </a:r>
          </a:p>
          <a:p>
            <a:r>
              <a:t>    &lt;/select&gt;</a:t>
            </a:r>
          </a:p>
          <a:p>
            <a:r>
              <a:t>    </a:t>
            </a:r>
          </a:p>
          <a:p>
            <a:r>
              <a:t>    &lt;label&gt;Gender:&lt;/label&gt;</a:t>
            </a:r>
          </a:p>
          <a:p>
            <a:r>
              <a:t>    &lt;input type="radio" name="gender" value="male"&gt; Male</a:t>
            </a:r>
          </a:p>
          <a:p>
            <a:r>
              <a:t>    &lt;input type="radio" name="gender" value="female"&gt; Female</a:t>
            </a:r>
          </a:p>
          <a:p>
            <a:r>
              <a:t>    </a:t>
            </a:r>
          </a:p>
          <a:p>
            <a:r>
              <a:t>    &lt;input type="checkbox" name="agree" value="1"&gt; </a:t>
            </a:r>
          </a:p>
          <a:p>
            <a:r>
              <a:t>    I agree to terms</a:t>
            </a:r>
          </a:p>
          <a:p>
            <a:r>
              <a:t>    </a:t>
            </a:r>
          </a:p>
          <a:p>
            <a:r>
              <a:t>    &lt;button type="submit"&gt;Submit&lt;/button&gt;</a:t>
            </a:r>
          </a:p>
          <a:p>
            <a:r>
              <a:t>&lt;/form&gt;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Forms collect user input with various input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GET vs POST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GET Method: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Data visible in URL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Limited length (~2048 chars)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Can be bookmarked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Less secure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Use for: Search, filters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POST Method: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Data hidden in body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No length limit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Cannot be bookmarked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More secure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* Use for: Login, registration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GET Method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&lt;!-- form_get.html --&gt;</a:t>
            </a:r>
          </a:p>
          <a:p>
            <a:r>
              <a:t>&lt;form action="search.php" method="GET"&gt;</a:t>
            </a:r>
          </a:p>
          <a:p>
            <a:r>
              <a:t>    &lt;input type="text" name="search" </a:t>
            </a:r>
          </a:p>
          <a:p>
            <a:r>
              <a:t>           placeholder="Search..."&gt;</a:t>
            </a:r>
          </a:p>
          <a:p>
            <a:r>
              <a:t>    &lt;button type="submit"&gt;Search&lt;/button&gt;</a:t>
            </a:r>
          </a:p>
          <a:p>
            <a:r>
              <a:t>&lt;/form&gt;</a:t>
            </a:r>
          </a:p>
          <a:p/>
          <a:p>
            <a:r>
              <a:t>&lt;!-- URL: search.php?search=php --&gt;</a:t>
            </a:r>
          </a:p>
          <a:p/>
          <a:p>
            <a:r>
              <a:t>&lt;?php</a:t>
            </a:r>
          </a:p>
          <a:p>
            <a:r>
              <a:t>// search.php</a:t>
            </a:r>
          </a:p>
          <a:p>
            <a:r>
              <a:t>$search = $_GET['search'] ?? '';</a:t>
            </a:r>
          </a:p>
          <a:p>
            <a:r>
              <a:t>echo "You searched for: $search";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GET data appears in URL: ?search=php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POST Method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&lt;!-- form_post.html --&gt;</a:t>
            </a:r>
          </a:p>
          <a:p>
            <a:r>
              <a:t>&lt;form action="login.php" method="POST"&gt;</a:t>
            </a:r>
          </a:p>
          <a:p>
            <a:r>
              <a:t>    &lt;input type="text" name="username" </a:t>
            </a:r>
          </a:p>
          <a:p>
            <a:r>
              <a:t>           placeholder="Username"&gt;</a:t>
            </a:r>
          </a:p>
          <a:p>
            <a:r>
              <a:t>    &lt;input type="password" name="password" </a:t>
            </a:r>
          </a:p>
          <a:p>
            <a:r>
              <a:t>           placeholder="Password"&gt;</a:t>
            </a:r>
          </a:p>
          <a:p>
            <a:r>
              <a:t>    &lt;button type="submit"&gt;Login&lt;/button&gt;</a:t>
            </a:r>
          </a:p>
          <a:p>
            <a:r>
              <a:t>&lt;/form&gt;</a:t>
            </a:r>
          </a:p>
          <a:p/>
          <a:p>
            <a:r>
              <a:t>&lt;?php</a:t>
            </a:r>
          </a:p>
          <a:p>
            <a:r>
              <a:t>// login.php</a:t>
            </a:r>
          </a:p>
          <a:p>
            <a:r>
              <a:t>$username = $_POST['username'] ?? '';</a:t>
            </a:r>
          </a:p>
          <a:p>
            <a:r>
              <a:t>$password = $_POST['password'] ?? '';</a:t>
            </a:r>
          </a:p>
          <a:p>
            <a:r>
              <a:t>echo "Username: $username";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POST data is hidden, not visible in 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Superglobal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$_GET: Data from URL parameters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$_POST: Data from POST form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$_REQUEST: Both GET and POST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$_SERVER: Server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$_FILES: Uploaded files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$_SESSION: Session data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$_COOKIE: Cookie data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Always sanitize and validate superglobal data!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Processing Form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// Check if form was submitted</a:t>
            </a:r>
          </a:p>
          <a:p>
            <a:r>
              <a:t>if ($_SERVER['REQUEST_METHOD'] === 'POST') {</a:t>
            </a:r>
          </a:p>
          <a:p>
            <a:r>
              <a:t>    // Get and sanitize data</a:t>
            </a:r>
          </a:p>
          <a:p>
            <a:r>
              <a:t>    $name = trim($_POST['name'] ?? '');</a:t>
            </a:r>
          </a:p>
          <a:p>
            <a:r>
              <a:t>    $email = trim($_POST['email'] ?? '');</a:t>
            </a:r>
          </a:p>
          <a:p>
            <a:r>
              <a:t>    </a:t>
            </a:r>
          </a:p>
          <a:p>
            <a:r>
              <a:t>    // Validate</a:t>
            </a:r>
          </a:p>
          <a:p>
            <a:r>
              <a:t>    $errors = [];</a:t>
            </a:r>
          </a:p>
          <a:p>
            <a:r>
              <a:t>    if (empty($name)) {</a:t>
            </a:r>
          </a:p>
          <a:p>
            <a:r>
              <a:t>        $errors[] = "Name is required";</a:t>
            </a:r>
          </a:p>
          <a:p>
            <a:r>
              <a:t>    }</a:t>
            </a:r>
          </a:p>
          <a:p>
            <a:r>
              <a:t>    if (empty($email)) {</a:t>
            </a:r>
          </a:p>
          <a:p>
            <a:r>
              <a:t>        $errors[] = "Email is required";</a:t>
            </a:r>
          </a:p>
          <a:p>
            <a:r>
              <a:t>    } elseif (!filter_var($email, FILTER_VALIDATE_EMAIL)) {</a:t>
            </a:r>
          </a:p>
          <a:p>
            <a:r>
              <a:t>        $errors[] = "Invalid email format";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// Process if no errors</a:t>
            </a:r>
          </a:p>
          <a:p>
            <a:r>
              <a:t>    if (empty($errors)) {</a:t>
            </a:r>
          </a:p>
          <a:p>
            <a:r>
              <a:t>        echo "Thank you, $name!";</a:t>
            </a:r>
          </a:p>
          <a:p>
            <a:r>
              <a:t>        // Save to database, send email, etc.</a:t>
            </a:r>
          </a:p>
          <a:p>
            <a:r>
              <a:t>    } else {</a:t>
            </a:r>
          </a:p>
          <a:p>
            <a:r>
              <a:t>        // Display errors</a:t>
            </a:r>
          </a:p>
          <a:p>
            <a:r>
              <a:t>        foreach ($errors as $error) {</a:t>
            </a:r>
          </a:p>
          <a:p>
            <a:r>
              <a:t>            echo "&lt;p&gt;$error&lt;/p&gt;";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Always validate and sanitize form data before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Self-Processing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// contact.php - Form and processing in same file</a:t>
            </a:r>
          </a:p>
          <a:p>
            <a:r>
              <a:t>$message = '';</a:t>
            </a:r>
          </a:p>
          <a:p>
            <a:r>
              <a:t>$errors = [];</a:t>
            </a:r>
          </a:p>
          <a:p/>
          <a:p>
            <a:r>
              <a:t>if ($_SERVER['REQUEST_METHOD'] === 'POST') {</a:t>
            </a:r>
          </a:p>
          <a:p>
            <a:r>
              <a:t>    $name = trim($_POST['name'] ?? '');</a:t>
            </a:r>
          </a:p>
          <a:p>
            <a:r>
              <a:t>    $email = trim($_POST['email'] ?? '');</a:t>
            </a:r>
          </a:p>
          <a:p>
            <a:r>
              <a:t>    </a:t>
            </a:r>
          </a:p>
          <a:p>
            <a:r>
              <a:t>    // Validation</a:t>
            </a:r>
          </a:p>
          <a:p>
            <a:r>
              <a:t>    if (empty($name)) {</a:t>
            </a:r>
          </a:p>
          <a:p>
            <a:r>
              <a:t>        $errors[] = "Please enter name";</a:t>
            </a:r>
          </a:p>
          <a:p>
            <a:r>
              <a:t>    }</a:t>
            </a:r>
          </a:p>
          <a:p>
            <a:r>
              <a:t>    if (empty($email)) {</a:t>
            </a:r>
          </a:p>
          <a:p>
            <a:r>
              <a:t>        $errors[] = "Please enter email";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if (empty($errors)) {</a:t>
            </a:r>
          </a:p>
          <a:p>
            <a:r>
              <a:t>        $message = "Thank you $name! We'll contact you at $email";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?&gt;</a:t>
            </a:r>
          </a:p>
          <a:p>
            <a:r>
              <a:t>&lt;!DOCTYPE html&gt;</a:t>
            </a:r>
          </a:p>
          <a:p>
            <a:r>
              <a:t>&lt;html&gt;</a:t>
            </a:r>
          </a:p>
          <a:p>
            <a:r>
              <a:t>&lt;head&gt;&lt;title&gt;Contact&lt;/title&gt;&lt;/head&gt;</a:t>
            </a:r>
          </a:p>
          <a:p>
            <a:r>
              <a:t>&lt;body&gt;</a:t>
            </a:r>
          </a:p>
          <a:p>
            <a:r>
              <a:t>    &lt;?php if ($message): ?&gt;</a:t>
            </a:r>
          </a:p>
          <a:p>
            <a:r>
              <a:t>        &lt;div class="success"&gt;&lt;?= $message ?&gt;&lt;/div&gt;</a:t>
            </a:r>
          </a:p>
          <a:p>
            <a:r>
              <a:t>    &lt;?php endif; ?&gt;</a:t>
            </a:r>
          </a:p>
          <a:p>
            <a:r>
              <a:t>    </a:t>
            </a:r>
          </a:p>
          <a:p>
            <a:r>
              <a:t>    &lt;?php if ($errors): ?&gt;</a:t>
            </a:r>
          </a:p>
          <a:p>
            <a:r>
              <a:t>        &lt;div class="error"&gt;</a:t>
            </a:r>
          </a:p>
          <a:p>
            <a:r>
              <a:t>            &lt;?php foreach ($errors as $error): ?&gt;</a:t>
            </a:r>
          </a:p>
          <a:p>
            <a:r>
              <a:t>                &lt;p&gt;&lt;?= $error ?&gt;&lt;/p&gt;</a:t>
            </a:r>
          </a:p>
          <a:p>
            <a:r>
              <a:t>            &lt;?php endforeach; ?&gt;</a:t>
            </a:r>
          </a:p>
          <a:p>
            <a:r>
              <a:t>        &lt;/div&gt;</a:t>
            </a:r>
          </a:p>
          <a:p>
            <a:r>
              <a:t>    &lt;?php endif; ?&gt;</a:t>
            </a:r>
          </a:p>
          <a:p>
            <a:r>
              <a:t>    </a:t>
            </a:r>
          </a:p>
          <a:p>
            <a:r>
              <a:t>    &lt;form method="POST"&gt;</a:t>
            </a:r>
          </a:p>
          <a:p>
            <a:r>
              <a:t>        &lt;input type="text" name="name" </a:t>
            </a:r>
          </a:p>
          <a:p>
            <a:r>
              <a:t>               value="&lt;?= htmlspecialchars($name ?? '') ?&gt;"&gt;</a:t>
            </a:r>
          </a:p>
          <a:p>
            <a:r>
              <a:t>        &lt;input type="email" name="email" </a:t>
            </a:r>
          </a:p>
          <a:p>
            <a:r>
              <a:t>               value="&lt;?= htmlspecialchars($email ?? '') ?&gt;"&gt;</a:t>
            </a:r>
          </a:p>
          <a:p>
            <a:r>
              <a:t>        &lt;button type="submit"&gt;Send&lt;/button&gt;</a:t>
            </a:r>
          </a:p>
          <a:p>
            <a:r>
              <a:t>    &lt;/form&gt;</a:t>
            </a:r>
          </a:p>
          <a:p>
            <a:r>
              <a:t>&lt;/body&gt;</a:t>
            </a:r>
          </a:p>
          <a:p>
            <a:r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Self-processing form handles submission in the same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Data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$input = $_POST['input'] ?? '';</a:t>
            </a:r>
          </a:p>
          <a:p/>
          <a:p>
            <a:r>
              <a:t>// Check empty</a:t>
            </a:r>
          </a:p>
          <a:p>
            <a:r>
              <a:t>if (empty($input)) {</a:t>
            </a:r>
          </a:p>
          <a:p>
            <a:r>
              <a:t>    echo "Cannot be empty";</a:t>
            </a:r>
          </a:p>
          <a:p>
            <a:r>
              <a:t>}</a:t>
            </a:r>
          </a:p>
          <a:p/>
          <a:p>
            <a:r>
              <a:t>// Check length</a:t>
            </a:r>
          </a:p>
          <a:p>
            <a:r>
              <a:t>if (strlen($input) &lt; 3) {</a:t>
            </a:r>
          </a:p>
          <a:p>
            <a:r>
              <a:t>    echo "Minimum 3 characters";</a:t>
            </a:r>
          </a:p>
          <a:p>
            <a:r>
              <a:t>}</a:t>
            </a:r>
          </a:p>
          <a:p/>
          <a:p>
            <a:r>
              <a:t>// Check if numeric</a:t>
            </a:r>
          </a:p>
          <a:p>
            <a:r>
              <a:t>if (!is_numeric($input)) {</a:t>
            </a:r>
          </a:p>
          <a:p>
            <a:r>
              <a:t>    echo "Must be a number";</a:t>
            </a:r>
          </a:p>
          <a:p>
            <a:r>
              <a:t>}</a:t>
            </a:r>
          </a:p>
          <a:p/>
          <a:p>
            <a:r>
              <a:t>// Validate email</a:t>
            </a:r>
          </a:p>
          <a:p>
            <a:r>
              <a:t>if (!filter_var($input, FILTER_VALIDATE_EMAIL)) {</a:t>
            </a:r>
          </a:p>
          <a:p>
            <a:r>
              <a:t>    echo "Invalid email format";</a:t>
            </a:r>
          </a:p>
          <a:p>
            <a:r>
              <a:t>}</a:t>
            </a:r>
          </a:p>
          <a:p/>
          <a:p>
            <a:r>
              <a:t>// Validate URL</a:t>
            </a:r>
          </a:p>
          <a:p>
            <a:r>
              <a:t>if (!filter_var($input, FILTER_VALIDATE_URL)) {</a:t>
            </a:r>
          </a:p>
          <a:p>
            <a:r>
              <a:t>    echo "Invalid URL";</a:t>
            </a:r>
          </a:p>
          <a:p>
            <a:r>
              <a:t>}</a:t>
            </a:r>
          </a:p>
          <a:p/>
          <a:p>
            <a:r>
              <a:t>// Regex validation</a:t>
            </a:r>
          </a:p>
          <a:p>
            <a:r>
              <a:t>if (!preg_match("/^[a-zA-Z]+$/", $input)) {</a:t>
            </a:r>
          </a:p>
          <a:p>
            <a:r>
              <a:t>    echo "Only letters allowed";</a:t>
            </a:r>
          </a:p>
          <a:p>
            <a:r>
              <a:t>}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Always validate user input to ensure data quality and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Data Sanitization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$input = $_POST['input'] ?? '';</a:t>
            </a:r>
          </a:p>
          <a:p/>
          <a:p>
            <a:r>
              <a:t>// Remove whitespace from start/end</a:t>
            </a:r>
          </a:p>
          <a:p>
            <a:r>
              <a:t>$input = trim($input);</a:t>
            </a:r>
          </a:p>
          <a:p/>
          <a:p>
            <a:r>
              <a:t>// Remove backslashes</a:t>
            </a:r>
          </a:p>
          <a:p>
            <a:r>
              <a:t>$input = stripslashes($input);</a:t>
            </a:r>
          </a:p>
          <a:p/>
          <a:p>
            <a:r>
              <a:t>// Convert special characters to HTML entities</a:t>
            </a:r>
          </a:p>
          <a:p>
            <a:r>
              <a:t>$input = htmlspecialchars($input, ENT_QUOTES, 'UTF-8');</a:t>
            </a:r>
          </a:p>
          <a:p/>
          <a:p>
            <a:r>
              <a:t>// Filter sanitize functions</a:t>
            </a:r>
          </a:p>
          <a:p>
            <a:r>
              <a:t>$email = filter_var($_POST['email'], FILTER_SANITIZE_EMAIL);</a:t>
            </a:r>
          </a:p>
          <a:p>
            <a:r>
              <a:t>$url = filter_var($_POST['url'], FILTER_SANITIZE_URL);</a:t>
            </a:r>
          </a:p>
          <a:p>
            <a:r>
              <a:t>$int = filter_var($_POST['number'], FILTER_SANITIZE_NUMBER_INT);</a:t>
            </a:r>
          </a:p>
          <a:p/>
          <a:p>
            <a:r>
              <a:t>// Combined sanitize function</a:t>
            </a:r>
          </a:p>
          <a:p>
            <a:r>
              <a:t>function sanitize($data) {</a:t>
            </a:r>
          </a:p>
          <a:p>
            <a:r>
              <a:t>    $data = trim($data);</a:t>
            </a:r>
          </a:p>
          <a:p>
            <a:r>
              <a:t>    $data = stripslashes($data);</a:t>
            </a:r>
          </a:p>
          <a:p>
            <a:r>
              <a:t>    $data = htmlspecialchars($data, ENT_QUOTES, 'UTF-8');</a:t>
            </a:r>
          </a:p>
          <a:p>
            <a:r>
              <a:t>    return $data;</a:t>
            </a:r>
          </a:p>
          <a:p>
            <a:r>
              <a:t>}</a:t>
            </a:r>
          </a:p>
          <a:p>
            <a: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Sanitization cleans data to prevent security 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Complete Registration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5000"/>
                </a:solidFill>
                <a:latin typeface="Consolas"/>
              </a:defRPr>
            </a:pPr>
            <a:r>
              <a:t>&lt;?php</a:t>
            </a:r>
          </a:p>
          <a:p>
            <a:r>
              <a:t>// register.php</a:t>
            </a:r>
          </a:p>
          <a:p>
            <a:r>
              <a:t>$errors = [];</a:t>
            </a:r>
          </a:p>
          <a:p>
            <a:r>
              <a:t>$success = false;</a:t>
            </a:r>
          </a:p>
          <a:p>
            <a:r>
              <a:t>$name = $email = '';</a:t>
            </a:r>
          </a:p>
          <a:p/>
          <a:p>
            <a:r>
              <a:t>if ($_SERVER['REQUEST_METHOD'] === 'POST') {</a:t>
            </a:r>
          </a:p>
          <a:p>
            <a:r>
              <a:t>    $name = trim($_POST['name'] ?? '');</a:t>
            </a:r>
          </a:p>
          <a:p>
            <a:r>
              <a:t>    $email = trim($_POST['email'] ?? '');</a:t>
            </a:r>
          </a:p>
          <a:p>
            <a:r>
              <a:t>    $password = $_POST['password'] ?? '';</a:t>
            </a:r>
          </a:p>
          <a:p>
            <a:r>
              <a:t>    $confirm = $_POST['confirm_password'] ?? '';</a:t>
            </a:r>
          </a:p>
          <a:p>
            <a:r>
              <a:t>    </a:t>
            </a:r>
          </a:p>
          <a:p>
            <a:r>
              <a:t>    // Validate</a:t>
            </a:r>
          </a:p>
          <a:p>
            <a:r>
              <a:t>    if (empty($name)) {</a:t>
            </a:r>
          </a:p>
          <a:p>
            <a:r>
              <a:t>        $errors['name'] = "Name required";</a:t>
            </a:r>
          </a:p>
          <a:p>
            <a:r>
              <a:t>    } elseif (strlen($name) &lt; 2) {</a:t>
            </a:r>
          </a:p>
          <a:p>
            <a:r>
              <a:t>        $errors['name'] = "Name too short";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if (empty($email)) {</a:t>
            </a:r>
          </a:p>
          <a:p>
            <a:r>
              <a:t>        $errors['email'] = "Email required";</a:t>
            </a:r>
          </a:p>
          <a:p>
            <a:r>
              <a:t>    } elseif (!filter_var($email, FILTER_VALIDATE_EMAIL)) {</a:t>
            </a:r>
          </a:p>
          <a:p>
            <a:r>
              <a:t>        $errors['email'] = "Invalid email";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if (empty($password)) {</a:t>
            </a:r>
          </a:p>
          <a:p>
            <a:r>
              <a:t>        $errors['password'] = "Password required";</a:t>
            </a:r>
          </a:p>
          <a:p>
            <a:r>
              <a:t>    } elseif (strlen($password) &lt; 6) {</a:t>
            </a:r>
          </a:p>
          <a:p>
            <a:r>
              <a:t>        $errors['password'] = "Password too short";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if ($password !== $confirm) {</a:t>
            </a:r>
          </a:p>
          <a:p>
            <a:r>
              <a:t>        $errors['confirm'] = "Passwords don't match";</a:t>
            </a:r>
          </a:p>
          <a:p>
            <a:r>
              <a:t>    }</a:t>
            </a:r>
          </a:p>
          <a:p>
            <a:r>
              <a:t>    </a:t>
            </a:r>
          </a:p>
          <a:p>
            <a:r>
              <a:t>    if (empty($errors)) {</a:t>
            </a:r>
          </a:p>
          <a:p>
            <a:r>
              <a:t>        $success = true;</a:t>
            </a:r>
          </a:p>
          <a:p>
            <a:r>
              <a:t>        // Save to database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?&gt;</a:t>
            </a:r>
          </a:p>
          <a:p>
            <a:r>
              <a:t>&lt;!DOCTYPE html&gt;</a:t>
            </a:r>
          </a:p>
          <a:p>
            <a:r>
              <a:t>&lt;html&gt;</a:t>
            </a:r>
          </a:p>
          <a:p>
            <a:r>
              <a:t>&lt;head&gt;&lt;title&gt;Register&lt;/title&gt;&lt;/head&gt;</a:t>
            </a:r>
          </a:p>
          <a:p>
            <a:r>
              <a:t>&lt;body&gt;</a:t>
            </a:r>
          </a:p>
          <a:p>
            <a:r>
              <a:t>    &lt;?php if ($success): ?&gt;</a:t>
            </a:r>
          </a:p>
          <a:p>
            <a:r>
              <a:t>        &lt;div&gt;Registration successful!&lt;/div&gt;</a:t>
            </a:r>
          </a:p>
          <a:p>
            <a:r>
              <a:t>    &lt;?php else: ?&gt;</a:t>
            </a:r>
          </a:p>
          <a:p>
            <a:r>
              <a:t>        &lt;form method="POST"&gt;</a:t>
            </a:r>
          </a:p>
          <a:p>
            <a:r>
              <a:t>            &lt;input type="text" name="name" </a:t>
            </a:r>
          </a:p>
          <a:p>
            <a:r>
              <a:t>                   value="&lt;?= htmlspecialchars($name) ?&gt;"</a:t>
            </a:r>
          </a:p>
          <a:p>
            <a:r>
              <a:t>                   class="&lt;?= isset($errors['name']) ? 'error' : '' ?&gt;"&gt;</a:t>
            </a:r>
          </a:p>
          <a:p>
            <a:r>
              <a:t>            &lt;?php if (isset($errors['name'])): ?&gt;</a:t>
            </a:r>
          </a:p>
          <a:p>
            <a:r>
              <a:t>                &lt;span&gt;&lt;?= $errors['name'] ?&gt;&lt;/span&gt;</a:t>
            </a:r>
          </a:p>
          <a:p>
            <a:r>
              <a:t>            &lt;?php endif; ?&gt;</a:t>
            </a:r>
          </a:p>
          <a:p>
            <a:r>
              <a:t>            </a:t>
            </a:r>
          </a:p>
          <a:p>
            <a:r>
              <a:t>            &lt;input type="email" name="email" </a:t>
            </a:r>
          </a:p>
          <a:p>
            <a:r>
              <a:t>                   value="&lt;?= htmlspecialchars($email) ?&gt;"&gt;</a:t>
            </a:r>
          </a:p>
          <a:p>
            <a:r>
              <a:t>            &lt;input type="password" name="password"&gt;</a:t>
            </a:r>
          </a:p>
          <a:p>
            <a:r>
              <a:t>            &lt;input type="password" name="confirm_password"&gt;</a:t>
            </a:r>
          </a:p>
          <a:p>
            <a:r>
              <a:t>            &lt;button type="submit"&gt;Register&lt;/button&gt;</a:t>
            </a:r>
          </a:p>
          <a:p>
            <a:r>
              <a:t>        &lt;/form&gt;</a:t>
            </a:r>
          </a:p>
          <a:p>
            <a:r>
              <a:t>    &lt;?php endif; ?&gt;</a:t>
            </a:r>
          </a:p>
          <a:p>
            <a:r>
              <a:t>&lt;/body&gt;</a:t>
            </a:r>
          </a:p>
          <a:p>
            <a:r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C3C3C"/>
                </a:solidFill>
              </a:defRPr>
            </a:pPr>
            <a:r>
              <a:t>Complete form with validation, sanitization, and error display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2828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HTML Forms collect user input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GET: Data in URL, for searches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POST: Data hidden, for submissions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Use $_GET, $_POST to access form data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Always validate and sanitize input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Self-processing forms handle submission in same file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Display errors and keep user input on validation failure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