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</a:defRPr>
            </a:pPr>
            <a:r>
              <a:t>SESSION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Introduction to PHP</a:t>
            </a:r>
          </a:p>
          <a:p>
            <a:r>
              <a:t>INS3064 - Web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Session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Time: 3 hours (Theory: 1.5h, Practice: 1.5h)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Reference: Chapter 1 - PHP &amp; MySQL Web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Objectives: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Understand what PHP is and why we need it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Install and configure development environment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Write your first PHP program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Master basic PHP syntax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Learning Outcome: LO1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What is PHP?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PHP = PHP: Hypertext Preprocessor (recursive)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Server-side scripting language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Designed specifically for web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Executed on server before sending to browser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Real-life Analogy: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HTML/CSS = Menu and table layout (interface)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PHP = Chef in kitchen (processes logic)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MySQL = Storage room (stores data)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Browser only sees HTML output, not PHP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Why Learn PHP?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Popular: 77% of websites use PHP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(WordPress, Facebook, Wikipedia)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Easy to Learn: Simple syntax, rich docs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Free: Open source, no licensing costs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Great Integration: Works with MySQL, HTML, CSS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Large Community: Easy to find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How PHP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1. Browser sends request to Web Server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2. Server receives PHP file, passes to PHP Processor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3. PHP processes code, may query Database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4. PHP returns HTML to Server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5. Server sends HTML to Browser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6. Browser displays the webpage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Important: PHP code is never seen by browser!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Basic PHP Syntax - Tags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PHP code goes here</a:t>
            </a:r>
          </a:p>
          <a:p>
            <a:r>
              <a:t>    echo "Hello World!";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PHP code is placed between &lt;?php and ?&gt; tags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Important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PHP file must have .php extension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Opening tag: &lt;?php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Closing tag: ?&gt; (can be omitted)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Each statement ends with semicolon (;)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PHP is case-sensitive for variables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Best Practice: Always use &lt;?php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Output: echo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echo - most common way to output</a:t>
            </a:r>
          </a:p>
          <a:p>
            <a:r>
              <a:t>    echo "Hello World!";        // String</a:t>
            </a:r>
          </a:p>
          <a:p>
            <a:r>
              <a:t>    echo 123;                   // Number</a:t>
            </a:r>
          </a:p>
          <a:p>
            <a:r>
              <a:t>    echo "Hello", " ", "World!"; // Multiple params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echo is the most common and fastest output method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Output: print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print - similar but only 1 parameter</a:t>
            </a:r>
          </a:p>
          <a:p>
            <a:r>
              <a:t>    print "Hello World!";</a:t>
            </a:r>
          </a:p>
          <a:p>
            <a:r>
              <a:t>    print("Hello World!");  // Can use parentheses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print is slower and accepts only 1 parameter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echo vs 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Feature          | echo | print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Parameters       | Multiple | Only 1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Return Value     | None | Returns 1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Speed            | Faster | Slower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Usage            | More common | Less used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Recommendation: Use echo in most cases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Comments in PHP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Single-line comment using //</a:t>
            </a:r>
          </a:p>
          <a:p>
            <a:r>
              <a:t>    </a:t>
            </a:r>
          </a:p>
          <a:p>
            <a:r>
              <a:t>    # Single-line comment using #</a:t>
            </a:r>
          </a:p>
          <a:p>
            <a:r>
              <a:t>    </a:t>
            </a:r>
          </a:p>
          <a:p>
            <a:r>
              <a:t>    /*</a:t>
            </a:r>
          </a:p>
          <a:p>
            <a:r>
              <a:t>       Multi-line comment</a:t>
            </a:r>
          </a:p>
          <a:p>
            <a:r>
              <a:t>       Use for explanations</a:t>
            </a:r>
          </a:p>
          <a:p>
            <a:r>
              <a:t>    */</a:t>
            </a:r>
          </a:p>
          <a:p>
            <a:r>
              <a:t>    </a:t>
            </a:r>
          </a:p>
          <a:p>
            <a:r>
              <a:t>    /**</a:t>
            </a:r>
          </a:p>
          <a:p>
            <a:r>
              <a:t>     * PHPDoc comment</a:t>
            </a:r>
          </a:p>
          <a:p>
            <a:r>
              <a:t>     * Documents functions, classes</a:t>
            </a:r>
          </a:p>
          <a:p>
            <a:r>
              <a:t>     */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Comments help explain code and are ignored by PHP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Embedding PHP in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&lt;!DOCTYPE html&gt;</a:t>
            </a:r>
          </a:p>
          <a:p>
            <a:r>
              <a:t>&lt;html&gt;</a:t>
            </a:r>
          </a:p>
          <a:p>
            <a:r>
              <a:t>&lt;head&gt;</a:t>
            </a:r>
          </a:p>
          <a:p>
            <a:r>
              <a:t>    &lt;title&gt;PHP in HTML&lt;/title&gt;</a:t>
            </a:r>
          </a:p>
          <a:p>
            <a:r>
              <a:t>&lt;/head&gt;</a:t>
            </a:r>
          </a:p>
          <a:p>
            <a:r>
              <a:t>&lt;body&gt;</a:t>
            </a:r>
          </a:p>
          <a:p>
            <a:r>
              <a:t>    &lt;h1&gt;Hello!&lt;/h1&gt;</a:t>
            </a:r>
          </a:p>
          <a:p>
            <a:r>
              <a:t>    </a:t>
            </a:r>
          </a:p>
          <a:p>
            <a:r>
              <a:t>    &lt;!-- Method 1: Using echo --&gt;</a:t>
            </a:r>
          </a:p>
          <a:p>
            <a:r>
              <a:t>    &lt;p&gt;&lt;?php echo "Today: " . date("Y-m-d"); ?&gt;&lt;/p&gt;</a:t>
            </a:r>
          </a:p>
          <a:p>
            <a:r>
              <a:t>    </a:t>
            </a:r>
          </a:p>
          <a:p>
            <a:r>
              <a:t>    &lt;!-- Method 2: Shorthand --&gt;</a:t>
            </a:r>
          </a:p>
          <a:p>
            <a:r>
              <a:t>    &lt;p&gt;Time: &lt;?= date("H:i:s") ?&gt;&lt;/p&gt;</a:t>
            </a:r>
          </a:p>
          <a:p>
            <a:r>
              <a:t>    </a:t>
            </a:r>
          </a:p>
          <a:p>
            <a:r>
              <a:t>    &lt;!-- Method 3: PHP block --&gt;</a:t>
            </a:r>
          </a:p>
          <a:p>
            <a:r>
              <a:t>    &lt;?php</a:t>
            </a:r>
          </a:p>
          <a:p>
            <a:r>
              <a:t>    $name = "Student";</a:t>
            </a:r>
          </a:p>
          <a:p>
            <a:r>
              <a:t>    $course = "INS3064";</a:t>
            </a:r>
          </a:p>
          <a:p>
            <a:r>
              <a:t>    ?&gt;</a:t>
            </a:r>
          </a:p>
          <a:p>
            <a:r>
              <a:t>    &lt;p&gt;Hello &lt;?php echo $name; ?&gt;, </a:t>
            </a:r>
          </a:p>
          <a:p>
            <a:r>
              <a:t>       learning &lt;?php echo $course; ?&gt;&lt;/p&gt;</a:t>
            </a:r>
          </a:p>
          <a:p>
            <a:r>
              <a:t>&lt;/body&gt;</a:t>
            </a:r>
          </a:p>
          <a:p>
            <a:r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PHP can be embedded anywhere in 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1. Always use &lt;?php instead of &lt;?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2. End statements with semicolon (;)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3. Write comments for complex code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4. Use meaningful file names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5. Indent code for readability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6. Use consistent coding style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Common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Wrong: Missing semicolon</a:t>
            </a:r>
          </a:p>
          <a:p>
            <a:r>
              <a:t>    echo "Hello"</a:t>
            </a:r>
          </a:p>
          <a:p>
            <a:r>
              <a:t>    </a:t>
            </a:r>
          </a:p>
          <a:p>
            <a:r>
              <a:t>    // Correct:</a:t>
            </a:r>
          </a:p>
          <a:p>
            <a:r>
              <a:t>    echo "Hello";</a:t>
            </a:r>
          </a:p>
          <a:p>
            <a:r>
              <a:t>    </a:t>
            </a:r>
          </a:p>
          <a:p>
            <a:r>
              <a:t>    // Wrong: Quote issue</a:t>
            </a:r>
          </a:p>
          <a:p>
            <a:r>
              <a:t>    echo "He said "Hello"";</a:t>
            </a:r>
          </a:p>
          <a:p>
            <a:r>
              <a:t>    </a:t>
            </a:r>
          </a:p>
          <a:p>
            <a:r>
              <a:t>    // Correct: Escape or single quotes</a:t>
            </a:r>
          </a:p>
          <a:p>
            <a:r>
              <a:t>    echo "He said \"Hello\"";</a:t>
            </a:r>
          </a:p>
          <a:p>
            <a:r>
              <a:t>    echo 'He said "Hello"';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Always check for semicolons and proper quotes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Example 1: Hello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File: hello.php</a:t>
            </a:r>
          </a:p>
          <a:p>
            <a:r>
              <a:t>    // First PHP program</a:t>
            </a:r>
          </a:p>
          <a:p>
            <a:r>
              <a:t>    </a:t>
            </a:r>
          </a:p>
          <a:p>
            <a:r>
              <a:t>    echo "Hello World!";</a:t>
            </a:r>
          </a:p>
          <a:p>
            <a:r>
              <a:t>    echo "&lt;br&gt;";  // Line break</a:t>
            </a:r>
          </a:p>
          <a:p>
            <a:r>
              <a:t>    echo "Welcome to PHP!";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Output:</a:t>
            </a:r>
          </a:p>
          <a:p>
            <a:r>
              <a:t>Hello World!</a:t>
            </a:r>
          </a:p>
          <a:p>
            <a:r>
              <a:t>Welcome to PHP!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Example 2: PHP +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&lt;!DOCTYPE html&gt;</a:t>
            </a:r>
          </a:p>
          <a:p>
            <a:r>
              <a:t>&lt;html&gt;</a:t>
            </a:r>
          </a:p>
          <a:p>
            <a:r>
              <a:t>&lt;head&gt;</a:t>
            </a:r>
          </a:p>
          <a:p>
            <a:r>
              <a:t>    &lt;title&gt;My First PHP Page&lt;/title&gt;</a:t>
            </a:r>
          </a:p>
          <a:p>
            <a:r>
              <a:t>    &lt;style&gt;</a:t>
            </a:r>
          </a:p>
          <a:p>
            <a:r>
              <a:t>        body { font-family: Arial; padding: 20px; }</a:t>
            </a:r>
          </a:p>
          <a:p>
            <a:r>
              <a:t>        .info { background: #f0f0f0; padding: 15px; }</a:t>
            </a:r>
          </a:p>
          <a:p>
            <a:r>
              <a:t>    &lt;/style&gt;</a:t>
            </a:r>
          </a:p>
          <a:p>
            <a:r>
              <a:t>&lt;/head&gt;</a:t>
            </a:r>
          </a:p>
          <a:p>
            <a:r>
              <a:t>&lt;body&gt;</a:t>
            </a:r>
          </a:p>
          <a:p>
            <a:r>
              <a:t>    &lt;h1&gt;Welcome to PHP!&lt;/h1&gt;</a:t>
            </a:r>
          </a:p>
          <a:p>
            <a:r>
              <a:t>    </a:t>
            </a:r>
          </a:p>
          <a:p>
            <a:r>
              <a:t>    &lt;div class="info"&gt;</a:t>
            </a:r>
          </a:p>
          <a:p>
            <a:r>
              <a:t>        &lt;?php</a:t>
            </a:r>
          </a:p>
          <a:p>
            <a:r>
              <a:t>        // Display server information</a:t>
            </a:r>
          </a:p>
          <a:p>
            <a:r>
              <a:t>        echo "&lt;p&gt;&lt;strong&gt;PHP Version:&lt;/strong&gt; " . </a:t>
            </a:r>
          </a:p>
          <a:p>
            <a:r>
              <a:t>             phpversion() . "&lt;/p&gt;";</a:t>
            </a:r>
          </a:p>
          <a:p>
            <a:r>
              <a:t>        echo "&lt;p&gt;&lt;strong&gt;Server:&lt;/strong&gt; " . </a:t>
            </a:r>
          </a:p>
          <a:p>
            <a:r>
              <a:t>             $_SERVER['SERVER_SOFTWARE'] . "&lt;/p&gt;";</a:t>
            </a:r>
          </a:p>
          <a:p>
            <a:r>
              <a:t>        echo "&lt;p&gt;&lt;strong&gt;Date:&lt;/strong&gt; " . </a:t>
            </a:r>
          </a:p>
          <a:p>
            <a:r>
              <a:t>             date("Y-m-d") . "&lt;/p&gt;";</a:t>
            </a:r>
          </a:p>
          <a:p>
            <a:r>
              <a:t>        echo "&lt;p&gt;&lt;strong&gt;Time:&lt;/strong&gt; " . </a:t>
            </a:r>
          </a:p>
          <a:p>
            <a:r>
              <a:t>             date("H:i:s") . "&lt;/p&gt;";</a:t>
            </a:r>
          </a:p>
          <a:p>
            <a:r>
              <a:t>        ?&gt;</a:t>
            </a:r>
          </a:p>
          <a:p>
            <a:r>
              <a:t>    &lt;/div&gt;</a:t>
            </a:r>
          </a:p>
          <a:p>
            <a:r>
              <a:t>&lt;/body&gt;</a:t>
            </a:r>
          </a:p>
          <a:p>
            <a:r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Creates dynamic webpage with server info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Example 3: Simple Calculator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File: calculator.php</a:t>
            </a:r>
          </a:p>
          <a:p>
            <a:r>
              <a:t>    // Basic calculation example</a:t>
            </a:r>
          </a:p>
          <a:p>
            <a:r>
              <a:t>    </a:t>
            </a:r>
          </a:p>
          <a:p>
            <a:r>
              <a:t>    $a = 10;</a:t>
            </a:r>
          </a:p>
          <a:p>
            <a:r>
              <a:t>    $b = 5;</a:t>
            </a:r>
          </a:p>
          <a:p>
            <a:r>
              <a:t>    </a:t>
            </a:r>
          </a:p>
          <a:p>
            <a:r>
              <a:t>    echo "&lt;h2&gt;Simple Calculator&lt;/h2&gt;";</a:t>
            </a:r>
          </a:p>
          <a:p>
            <a:r>
              <a:t>    echo "&lt;p&gt;a = $a, b = $b&lt;/p&gt;";</a:t>
            </a:r>
          </a:p>
          <a:p>
            <a:r>
              <a:t>    echo "&lt;hr&gt;";</a:t>
            </a:r>
          </a:p>
          <a:p>
            <a:r>
              <a:t>    </a:t>
            </a:r>
          </a:p>
          <a:p>
            <a:r>
              <a:t>    echo "&lt;p&gt;Add: $a + $b = " . ($a + $b) . "&lt;/p&gt;";</a:t>
            </a:r>
          </a:p>
          <a:p>
            <a:r>
              <a:t>    echo "&lt;p&gt;Subtract: $a - $b = " . ($a - $b) . "&lt;/p&gt;";</a:t>
            </a:r>
          </a:p>
          <a:p>
            <a:r>
              <a:t>    echo "&lt;p&gt;Multiply: $a × $b = " . ($a * $b) . "&lt;/p&gt;";</a:t>
            </a:r>
          </a:p>
          <a:p>
            <a:r>
              <a:t>    echo "&lt;p&gt;Divide: $a ÷ $b = " . ($a / $b) . "&lt;/p&gt;";</a:t>
            </a:r>
          </a:p>
          <a:p>
            <a:r>
              <a:t>    echo "&lt;p&gt;Modulo: $a % $b = " . ($a % $b) . "&lt;/p&gt;";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Shows basic arithmetic operations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PHP is a server-side scripting language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PHP code executed on server before browser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Use &lt;?php ?&gt; tags to embed PHP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echo is the most common output method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Comments help explain code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PHP can be embedded in HTML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Always end statements with semicolon (;)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Learning Objectives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After this session, you should: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Understand what PHP is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Know how to install dev environment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Write your first PHP program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Master basic syntax: echo, print, comments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Understand how to embed PHP in 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Practice Exercises: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Create hello.php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Create profile.php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Create calculator.php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Prepare for Session 02: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Variables and Data Types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Operators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Control Structures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Tip: Type code, don't copy/paste!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Happy Coding!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