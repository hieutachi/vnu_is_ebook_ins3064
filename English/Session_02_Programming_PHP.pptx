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</a:defRPr>
            </a:pPr>
            <a:r>
              <a:t>SESSION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Programming PHP</a:t>
            </a:r>
          </a:p>
          <a:p>
            <a:r>
              <a:t>Variables, Data Types, Operators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Session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Time: 3 hours (Theory: 1.5h, Practice: 1.5h)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Reference: Chapter 2 - PHP &amp; MySQL Web Development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Objectives: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Declare and use variables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Understand data types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Use operators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Write control structures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Learning Outcome: LO1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What is a Variable?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Variable = Container for data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Can change value during program execution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Real-life Analogy: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Label = Variable name ($name)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Content = Value ("John")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You can change content anytime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In PHP, all variables start with $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Variable Declaration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Declare and assign value</a:t>
            </a:r>
          </a:p>
          <a:p>
            <a:r>
              <a:t>    $name = "Nguyen Van A";</a:t>
            </a:r>
          </a:p>
          <a:p>
            <a:r>
              <a:t>    $age = 20;</a:t>
            </a:r>
          </a:p>
          <a:p>
            <a:r>
              <a:t>    $gpa = 3.5;</a:t>
            </a:r>
          </a:p>
          <a:p>
            <a:r>
              <a:t>    $isStudent = true;</a:t>
            </a:r>
          </a:p>
          <a:p>
            <a:r>
              <a:t>    </a:t>
            </a:r>
          </a:p>
          <a:p>
            <a:r>
              <a:t>    // Display variables</a:t>
            </a:r>
          </a:p>
          <a:p>
            <a:r>
              <a:t>    echo "Name: $name&lt;br&gt;";</a:t>
            </a:r>
          </a:p>
          <a:p>
            <a:r>
              <a:t>    echo "Age: $age&lt;br&gt;";</a:t>
            </a:r>
          </a:p>
          <a:p>
            <a:r>
              <a:t>    echo "GPA: $gpa&lt;br&gt;";</a:t>
            </a:r>
          </a:p>
          <a:p>
            <a:r>
              <a:t>    echo "Is Student: " . ($isStudent ? "Yes" : "No");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Variables are declared with $ and assigned with =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Variable Naming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Rules: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Must start with $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Next: letter or underscore _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Can contain numbers (not at start)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Case-sensitive: $Name != $name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Correct: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$name, $userName, $user_name, $_private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Wrong: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$2name, $user-name, $user 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Correct vs Wrong Variable 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Correct variable names</a:t>
            </a:r>
          </a:p>
          <a:p>
            <a:r>
              <a:t>    $name = "John";</a:t>
            </a:r>
          </a:p>
          <a:p>
            <a:r>
              <a:t>    $userName = "john123";    // camelCase</a:t>
            </a:r>
          </a:p>
          <a:p>
            <a:r>
              <a:t>    $user_name = "john123";   // snake_case</a:t>
            </a:r>
          </a:p>
          <a:p>
            <a:r>
              <a:t>    $_private = "secret";</a:t>
            </a:r>
          </a:p>
          <a:p>
            <a:r>
              <a:t>    $name2 = "Jane";</a:t>
            </a:r>
          </a:p>
          <a:p>
            <a:r>
              <a:t>    </a:t>
            </a:r>
          </a:p>
          <a:p>
            <a:r>
              <a:t>    // Wrong variable names</a:t>
            </a:r>
          </a:p>
          <a:p>
            <a:r>
              <a:t>    // $2name = "Error";      // Cannot start with number</a:t>
            </a:r>
          </a:p>
          <a:p>
            <a:r>
              <a:t>    // $user-name = "Error";  // Cannot have hyphen</a:t>
            </a:r>
          </a:p>
          <a:p>
            <a:r>
              <a:t>    // $user name = "Error";  // Cannot have space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Follow naming rules to avoid syntax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Data Types in PHP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Basic Types: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String: "Hello", 'World'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Integer: 42, -10, 0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Float: 3.14, -2.5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Boolean: true, false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Array: [1, 2, 3]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NULL: null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PHP is loosely typed: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Type is determined by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String Data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Single quotes - literal string</a:t>
            </a:r>
          </a:p>
          <a:p>
            <a:r>
              <a:t>    $str1 = 'Hello World';</a:t>
            </a:r>
          </a:p>
          <a:p>
            <a:r>
              <a:t>    $str1 = 'Hello $name';  // Output: Hello $name</a:t>
            </a:r>
          </a:p>
          <a:p>
            <a:r>
              <a:t>    </a:t>
            </a:r>
          </a:p>
          <a:p>
            <a:r>
              <a:t>    // Double quotes - parsed string</a:t>
            </a:r>
          </a:p>
          <a:p>
            <a:r>
              <a:t>    $name = "John";</a:t>
            </a:r>
          </a:p>
          <a:p>
            <a:r>
              <a:t>    $str2 = "Hello $name";  // Output: Hello John</a:t>
            </a:r>
          </a:p>
          <a:p>
            <a:r>
              <a:t>    $str3 = "Hello {$name}!"; // Output: Hello John!</a:t>
            </a:r>
          </a:p>
          <a:p>
            <a:r>
              <a:t>    </a:t>
            </a:r>
          </a:p>
          <a:p>
            <a:r>
              <a:t>    // String concatenation with dot (.)</a:t>
            </a:r>
          </a:p>
          <a:p>
            <a:r>
              <a:t>    $greeting = "Hello, " . $name . "!";</a:t>
            </a:r>
          </a:p>
          <a:p>
            <a:r>
              <a:t>    </a:t>
            </a:r>
          </a:p>
          <a:p>
            <a:r>
              <a:t>    // Common string functions</a:t>
            </a:r>
          </a:p>
          <a:p>
            <a:r>
              <a:t>    echo strlen("Hello");        // 5 - Length</a:t>
            </a:r>
          </a:p>
          <a:p>
            <a:r>
              <a:t>    echo strtoupper("hello");    // HELLO</a:t>
            </a:r>
          </a:p>
          <a:p>
            <a:r>
              <a:t>    echo strtolower("HELLO");    // hello</a:t>
            </a:r>
          </a:p>
          <a:p>
            <a:r>
              <a:t>    echo substr("Hello", 0, 3);  // Hel</a:t>
            </a:r>
          </a:p>
          <a:p>
            <a:r>
              <a:t>    echo str_replace("o", "0", "Hello"); // Hell0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Strings can use single or double quotes, with different behaviors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Integer &amp; Float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Integer (whole numbers)</a:t>
            </a:r>
          </a:p>
          <a:p>
            <a:r>
              <a:t>    $int1 = 42;</a:t>
            </a:r>
          </a:p>
          <a:p>
            <a:r>
              <a:t>    $int2 = -10;</a:t>
            </a:r>
          </a:p>
          <a:p>
            <a:r>
              <a:t>    $int3 = 0;</a:t>
            </a:r>
          </a:p>
          <a:p>
            <a:r>
              <a:t>    </a:t>
            </a:r>
          </a:p>
          <a:p>
            <a:r>
              <a:t>    // Float (decimal numbers)</a:t>
            </a:r>
          </a:p>
          <a:p>
            <a:r>
              <a:t>    $float1 = 3.14;</a:t>
            </a:r>
          </a:p>
          <a:p>
            <a:r>
              <a:t>    $float2 = -2.5;</a:t>
            </a:r>
          </a:p>
          <a:p>
            <a:r>
              <a:t>    $float3 = 1.5e3;  // 1500 (scientific notation)</a:t>
            </a:r>
          </a:p>
          <a:p>
            <a:r>
              <a:t>    </a:t>
            </a:r>
          </a:p>
          <a:p>
            <a:r>
              <a:t>    // Type checking</a:t>
            </a:r>
          </a:p>
          <a:p>
            <a:r>
              <a:t>    var_dump($int1);   // int(42)</a:t>
            </a:r>
          </a:p>
          <a:p>
            <a:r>
              <a:t>    var_dump($float1); // float(3.14)</a:t>
            </a:r>
          </a:p>
          <a:p>
            <a:r>
              <a:t>    </a:t>
            </a:r>
          </a:p>
          <a:p>
            <a:r>
              <a:t>    // Type casting</a:t>
            </a:r>
          </a:p>
          <a:p>
            <a:r>
              <a:t>    $str = "123";</a:t>
            </a:r>
          </a:p>
          <a:p>
            <a:r>
              <a:t>    $num = (int) $str;     // 123</a:t>
            </a:r>
          </a:p>
          <a:p>
            <a:r>
              <a:t>    $num = intval($str);   // 123</a:t>
            </a:r>
          </a:p>
          <a:p>
            <a:r>
              <a:t>    </a:t>
            </a:r>
          </a:p>
          <a:p>
            <a:r>
              <a:t>    // Math functions</a:t>
            </a:r>
          </a:p>
          <a:p>
            <a:r>
              <a:t>    echo abs(-5);          // 5</a:t>
            </a:r>
          </a:p>
          <a:p>
            <a:r>
              <a:t>    echo round(3.7);       // 4</a:t>
            </a:r>
          </a:p>
          <a:p>
            <a:r>
              <a:t>    echo ceil(3.2);        // 4</a:t>
            </a:r>
          </a:p>
          <a:p>
            <a:r>
              <a:t>    echo floor(3.8);        // 3</a:t>
            </a:r>
          </a:p>
          <a:p>
            <a:r>
              <a:t>    echo max(1, 5, 3);     // 5</a:t>
            </a:r>
          </a:p>
          <a:p>
            <a:r>
              <a:t>    echo min(1, 5, 3);     // 1</a:t>
            </a:r>
          </a:p>
          <a:p>
            <a:r>
              <a:t>    echo rand(1, 100);     // Random 1-100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Integers are whole numbers, floats have decimals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Boolean Data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$isActive = true;</a:t>
            </a:r>
          </a:p>
          <a:p>
            <a:r>
              <a:t>    $isDeleted = false;</a:t>
            </a:r>
          </a:p>
          <a:p>
            <a:r>
              <a:t>    </a:t>
            </a:r>
          </a:p>
          <a:p>
            <a:r>
              <a:t>    // Values considered FALSE:</a:t>
            </a:r>
          </a:p>
          <a:p>
            <a:r>
              <a:t>    // - false</a:t>
            </a:r>
          </a:p>
          <a:p>
            <a:r>
              <a:t>    // - 0 (integer)</a:t>
            </a:r>
          </a:p>
          <a:p>
            <a:r>
              <a:t>    // - 0.0 (float)</a:t>
            </a:r>
          </a:p>
          <a:p>
            <a:r>
              <a:t>    // - "" (empty string)</a:t>
            </a:r>
          </a:p>
          <a:p>
            <a:r>
              <a:t>    // - "0" (string "0")</a:t>
            </a:r>
          </a:p>
          <a:p>
            <a:r>
              <a:t>    // - [] (empty array)</a:t>
            </a:r>
          </a:p>
          <a:p>
            <a:r>
              <a:t>    // - null</a:t>
            </a:r>
          </a:p>
          <a:p>
            <a:r>
              <a:t>    </a:t>
            </a:r>
          </a:p>
          <a:p>
            <a:r>
              <a:t>    // Checking boolean</a:t>
            </a:r>
          </a:p>
          <a:p>
            <a:r>
              <a:t>    if ($isActive) {</a:t>
            </a:r>
          </a:p>
          <a:p>
            <a:r>
              <a:t>        echo "Account is active";</a:t>
            </a:r>
          </a:p>
          <a:p>
            <a:r>
              <a:t>    }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Boolean represents true/false, many values are falsy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Array Data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Indexed array</a:t>
            </a:r>
          </a:p>
          <a:p>
            <a:r>
              <a:t>    $fruits = ["Apple", "Banana", "Orange"];</a:t>
            </a:r>
          </a:p>
          <a:p>
            <a:r>
              <a:t>    echo $fruits[0];  // Apple</a:t>
            </a:r>
          </a:p>
          <a:p>
            <a:r>
              <a:t>    echo $fruits[1];  // Banana</a:t>
            </a:r>
          </a:p>
          <a:p>
            <a:r>
              <a:t>    </a:t>
            </a:r>
          </a:p>
          <a:p>
            <a:r>
              <a:t>    // Associative array (key-value)</a:t>
            </a:r>
          </a:p>
          <a:p>
            <a:r>
              <a:t>    $student = [</a:t>
            </a:r>
          </a:p>
          <a:p>
            <a:r>
              <a:t>        "name" =&gt; "Nguyen Van A",</a:t>
            </a:r>
          </a:p>
          <a:p>
            <a:r>
              <a:t>        "age" =&gt; 20,</a:t>
            </a:r>
          </a:p>
          <a:p>
            <a:r>
              <a:t>        "gpa" =&gt; 3.5</a:t>
            </a:r>
          </a:p>
          <a:p>
            <a:r>
              <a:t>    ];</a:t>
            </a:r>
          </a:p>
          <a:p>
            <a:r>
              <a:t>    echo $student["name"];  // Nguyen Van A</a:t>
            </a:r>
          </a:p>
          <a:p>
            <a:r>
              <a:t>    </a:t>
            </a:r>
          </a:p>
          <a:p>
            <a:r>
              <a:t>    // Multidimensional array</a:t>
            </a:r>
          </a:p>
          <a:p>
            <a:r>
              <a:t>    $students = [</a:t>
            </a:r>
          </a:p>
          <a:p>
            <a:r>
              <a:t>        ["name" =&gt; "A", "score" =&gt; 85],</a:t>
            </a:r>
          </a:p>
          <a:p>
            <a:r>
              <a:t>        ["name" =&gt; "B", "score" =&gt; 90]</a:t>
            </a:r>
          </a:p>
          <a:p>
            <a:r>
              <a:t>    ];</a:t>
            </a:r>
          </a:p>
          <a:p>
            <a:r>
              <a:t>    echo $students[0]["name"];  // A</a:t>
            </a:r>
          </a:p>
          <a:p>
            <a:r>
              <a:t>    </a:t>
            </a:r>
          </a:p>
          <a:p>
            <a:r>
              <a:t>    // Common array functions</a:t>
            </a:r>
          </a:p>
          <a:p>
            <a:r>
              <a:t>    $arr = [3, 1, 4, 1, 5];</a:t>
            </a:r>
          </a:p>
          <a:p>
            <a:r>
              <a:t>    echo count($arr);        // 5</a:t>
            </a:r>
          </a:p>
          <a:p>
            <a:r>
              <a:t>    sort($arr);              // Sort ascending</a:t>
            </a:r>
          </a:p>
          <a:p>
            <a:r>
              <a:t>    array_push($arr, 9);     // Add to end</a:t>
            </a:r>
          </a:p>
          <a:p>
            <a:r>
              <a:t>    in_array(4, $arr);       // true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Arrays store multiple values, can be indexed or associative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Operators - Arithmetic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Arithmetic Operators: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+ Addition: $a + $b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- Subtraction: $a - $b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* Multiplication: $a * $b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/ Division: $a / $b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% Modulo: $a % $b (remainder)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** Exponentiation: $a ** $b (power)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Example: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$a = 10; $b = 3;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$a + $b = 13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$a % $b =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Arithmetic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$a = 10;</a:t>
            </a:r>
          </a:p>
          <a:p>
            <a:r>
              <a:t>    $b = 3;</a:t>
            </a:r>
          </a:p>
          <a:p>
            <a:r>
              <a:t>    </a:t>
            </a:r>
          </a:p>
          <a:p>
            <a:r>
              <a:t>    echo $a + $b;   // 13 - Addition</a:t>
            </a:r>
          </a:p>
          <a:p>
            <a:r>
              <a:t>    echo $a - $b;   // 7  - Subtraction</a:t>
            </a:r>
          </a:p>
          <a:p>
            <a:r>
              <a:t>    echo $a * $b;   // 30 - Multiplication</a:t>
            </a:r>
          </a:p>
          <a:p>
            <a:r>
              <a:t>    echo $a / $b;   // 3.333... - Division</a:t>
            </a:r>
          </a:p>
          <a:p>
            <a:r>
              <a:t>    echo $a % $b;   // 1  - Modulo (remainder)</a:t>
            </a:r>
          </a:p>
          <a:p>
            <a:r>
              <a:t>    echo $a ** $b;  // 1000 - Exponentiation (10^3)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Arithmetic operators perform mathematical operations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Operators -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Comparison Operators: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== Equal (value): 5 == "5" → true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=== Identical (value &amp; type): 5 === "5" → false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!= Not equal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!== Not identical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&gt; Greater than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&lt; Less than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&gt;= Greater or equal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&lt;= Less or equal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Important: == checks value, === checks value AND type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Comparison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$a = 5;</a:t>
            </a:r>
          </a:p>
          <a:p>
            <a:r>
              <a:t>    $b = "5";</a:t>
            </a:r>
          </a:p>
          <a:p>
            <a:r>
              <a:t>    </a:t>
            </a:r>
          </a:p>
          <a:p>
            <a:r>
              <a:t>    // Value comparison</a:t>
            </a:r>
          </a:p>
          <a:p>
            <a:r>
              <a:t>    $a == $b;    // true (5 == "5")</a:t>
            </a:r>
          </a:p>
          <a:p>
            <a:r>
              <a:t>    $a != $b;    // false</a:t>
            </a:r>
          </a:p>
          <a:p>
            <a:r>
              <a:t>    </a:t>
            </a:r>
          </a:p>
          <a:p>
            <a:r>
              <a:t>    // Value AND type comparison</a:t>
            </a:r>
          </a:p>
          <a:p>
            <a:r>
              <a:t>    $a === $b;   // false (int !== string)</a:t>
            </a:r>
          </a:p>
          <a:p>
            <a:r>
              <a:t>    $a !== $b;   // true</a:t>
            </a:r>
          </a:p>
          <a:p>
            <a:r>
              <a:t>    </a:t>
            </a:r>
          </a:p>
          <a:p>
            <a:r>
              <a:t>    // Greater/Less than</a:t>
            </a:r>
          </a:p>
          <a:p>
            <a:r>
              <a:t>    $a &gt; 3;      // true</a:t>
            </a:r>
          </a:p>
          <a:p>
            <a:r>
              <a:t>    $a &lt; 3;      // false</a:t>
            </a:r>
          </a:p>
          <a:p>
            <a:r>
              <a:t>    $a &gt;= 5;     // true</a:t>
            </a:r>
          </a:p>
          <a:p>
            <a:r>
              <a:t>    $a &lt;= 5;     // true</a:t>
            </a:r>
          </a:p>
          <a:p>
            <a:r>
              <a:t>    </a:t>
            </a:r>
          </a:p>
          <a:p>
            <a:r>
              <a:t>    // Spaceship operator (PHP 7+)</a:t>
            </a:r>
          </a:p>
          <a:p>
            <a:r>
              <a:t>    1 &lt;=&gt; 2;     // -1 (1 &lt; 2)</a:t>
            </a:r>
          </a:p>
          <a:p>
            <a:r>
              <a:t>    2 &lt;=&gt; 2;     // 0  (2 == 2)</a:t>
            </a:r>
          </a:p>
          <a:p>
            <a:r>
              <a:t>    3 &lt;=&gt; 2;     // 1  (3 &gt; 2)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Use === for strict comparison to avoid type coercion issues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Operators - Logical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Logical Operators: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&amp;&amp; or and: AND (both must be true)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|| or or: OR (at least one true)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!: NOT (invert)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xor: XOR (only one true)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Example: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$a = true; $b = false;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$a &amp;&amp; $b → false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$a || $b → true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!$a → false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Logical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$a = true;</a:t>
            </a:r>
          </a:p>
          <a:p>
            <a:r>
              <a:t>    $b = false;</a:t>
            </a:r>
          </a:p>
          <a:p>
            <a:r>
              <a:t>    </a:t>
            </a:r>
          </a:p>
          <a:p>
            <a:r>
              <a:t>    // AND - Both must be true</a:t>
            </a:r>
          </a:p>
          <a:p>
            <a:r>
              <a:t>    $a &amp;&amp; $b;    // false</a:t>
            </a:r>
          </a:p>
          <a:p>
            <a:r>
              <a:t>    $a and $b;   // false</a:t>
            </a:r>
          </a:p>
          <a:p>
            <a:r>
              <a:t>    </a:t>
            </a:r>
          </a:p>
          <a:p>
            <a:r>
              <a:t>    // OR - At least one true</a:t>
            </a:r>
          </a:p>
          <a:p>
            <a:r>
              <a:t>    $a || $b;    // true</a:t>
            </a:r>
          </a:p>
          <a:p>
            <a:r>
              <a:t>    $a or $b;    // true</a:t>
            </a:r>
          </a:p>
          <a:p>
            <a:r>
              <a:t>    </a:t>
            </a:r>
          </a:p>
          <a:p>
            <a:r>
              <a:t>    // NOT - Invert</a:t>
            </a:r>
          </a:p>
          <a:p>
            <a:r>
              <a:t>    !$a;         // false</a:t>
            </a:r>
          </a:p>
          <a:p>
            <a:r>
              <a:t>    !$b;         // true</a:t>
            </a:r>
          </a:p>
          <a:p>
            <a:r>
              <a:t>    </a:t>
            </a:r>
          </a:p>
          <a:p>
            <a:r>
              <a:t>    // XOR - Only one true</a:t>
            </a:r>
          </a:p>
          <a:p>
            <a:r>
              <a:t>    $a xor $b;   // true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Logical operators combine boolean expressions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Control Structures - If-Else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If-Else Statements: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if: Execute if condition is true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else: Execute if condition is false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elseif: Check another condition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Syntax: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if (condition) {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 // code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} elseif (condition2) {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 // code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} else {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 // code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If-Else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$score = 75;</a:t>
            </a:r>
          </a:p>
          <a:p>
            <a:r>
              <a:t>    </a:t>
            </a:r>
          </a:p>
          <a:p>
            <a:r>
              <a:t>    // Simple if</a:t>
            </a:r>
          </a:p>
          <a:p>
            <a:r>
              <a:t>    if ($score &gt;= 50) {</a:t>
            </a:r>
          </a:p>
          <a:p>
            <a:r>
              <a:t>        echo "Pass";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// If-else</a:t>
            </a:r>
          </a:p>
          <a:p>
            <a:r>
              <a:t>    if ($score &gt;= 50) {</a:t>
            </a:r>
          </a:p>
          <a:p>
            <a:r>
              <a:t>        echo "Pass";</a:t>
            </a:r>
          </a:p>
          <a:p>
            <a:r>
              <a:t>    } else {</a:t>
            </a:r>
          </a:p>
          <a:p>
            <a:r>
              <a:t>        echo "Fail";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// If-elseif-else</a:t>
            </a:r>
          </a:p>
          <a:p>
            <a:r>
              <a:t>    if ($score &gt;= 90) {</a:t>
            </a:r>
          </a:p>
          <a:p>
            <a:r>
              <a:t>        echo "Excellent";</a:t>
            </a:r>
          </a:p>
          <a:p>
            <a:r>
              <a:t>    } elseif ($score &gt;= 80) {</a:t>
            </a:r>
          </a:p>
          <a:p>
            <a:r>
              <a:t>        echo "Good";</a:t>
            </a:r>
          </a:p>
          <a:p>
            <a:r>
              <a:t>    } elseif ($score &gt;= 70) {</a:t>
            </a:r>
          </a:p>
          <a:p>
            <a:r>
              <a:t>        echo "Fair";</a:t>
            </a:r>
          </a:p>
          <a:p>
            <a:r>
              <a:t>    } elseif ($score &gt;= 50) {</a:t>
            </a:r>
          </a:p>
          <a:p>
            <a:r>
              <a:t>        echo "Average";</a:t>
            </a:r>
          </a:p>
          <a:p>
            <a:r>
              <a:t>    } else {</a:t>
            </a:r>
          </a:p>
          <a:p>
            <a:r>
              <a:t>        echo "Poor";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// Ternary operator</a:t>
            </a:r>
          </a:p>
          <a:p>
            <a:r>
              <a:t>    $result = ($score &gt;= 50) ? "Pass" : "Fail";</a:t>
            </a:r>
          </a:p>
          <a:p>
            <a:r>
              <a:t>    </a:t>
            </a:r>
          </a:p>
          <a:p>
            <a:r>
              <a:t>    // Null coalescing (PHP 7+)</a:t>
            </a:r>
          </a:p>
          <a:p>
            <a:r>
              <a:t>    $name = $_GET['name'] ?? 'Guest';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If-else controls program flow based on conditions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Switch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$day = date("l");  // Day of week</a:t>
            </a:r>
          </a:p>
          <a:p>
            <a:r>
              <a:t>    </a:t>
            </a:r>
          </a:p>
          <a:p>
            <a:r>
              <a:t>    switch ($day) {</a:t>
            </a:r>
          </a:p>
          <a:p>
            <a:r>
              <a:t>        case "Monday":</a:t>
            </a:r>
          </a:p>
          <a:p>
            <a:r>
              <a:t>            echo "Start of new week!";</a:t>
            </a:r>
          </a:p>
          <a:p>
            <a:r>
              <a:t>            break;</a:t>
            </a:r>
          </a:p>
          <a:p>
            <a:r>
              <a:t>        case "Tuesday":</a:t>
            </a:r>
          </a:p>
          <a:p>
            <a:r>
              <a:t>        case "Wednesday":</a:t>
            </a:r>
          </a:p>
          <a:p>
            <a:r>
              <a:t>        case "Thursday":</a:t>
            </a:r>
          </a:p>
          <a:p>
            <a:r>
              <a:t>            echo "Weekday";</a:t>
            </a:r>
          </a:p>
          <a:p>
            <a:r>
              <a:t>            break;</a:t>
            </a:r>
          </a:p>
          <a:p>
            <a:r>
              <a:t>        case "Friday":</a:t>
            </a:r>
          </a:p>
          <a:p>
            <a:r>
              <a:t>            echo "TGIF!";</a:t>
            </a:r>
          </a:p>
          <a:p>
            <a:r>
              <a:t>            break;</a:t>
            </a:r>
          </a:p>
          <a:p>
            <a:r>
              <a:t>        case "Saturday":</a:t>
            </a:r>
          </a:p>
          <a:p>
            <a:r>
              <a:t>        case "Sunday":</a:t>
            </a:r>
          </a:p>
          <a:p>
            <a:r>
              <a:t>            echo "Weekend!";</a:t>
            </a:r>
          </a:p>
          <a:p>
            <a:r>
              <a:t>            break;</a:t>
            </a:r>
          </a:p>
          <a:p>
            <a:r>
              <a:t>        default:</a:t>
            </a:r>
          </a:p>
          <a:p>
            <a:r>
              <a:t>            echo "Invalid day";</a:t>
            </a:r>
          </a:p>
          <a:p>
            <a:r>
              <a:t>    }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Switch is cleaner than multiple if-else for multiple values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For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Basic for loop</a:t>
            </a:r>
          </a:p>
          <a:p>
            <a:r>
              <a:t>    for ($i = 1; $i &lt;= 5; $i++) {</a:t>
            </a:r>
          </a:p>
          <a:p>
            <a:r>
              <a:t>        echo "Count: $i&lt;br&gt;";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// For with array</a:t>
            </a:r>
          </a:p>
          <a:p>
            <a:r>
              <a:t>    $fruits = ["Apple", "Banana", "Orange"];</a:t>
            </a:r>
          </a:p>
          <a:p>
            <a:r>
              <a:t>    for ($i = 0; $i &lt; count($fruits); $i++) {</a:t>
            </a:r>
          </a:p>
          <a:p>
            <a:r>
              <a:t>        echo $fruits[$i] . "&lt;br&gt;";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// Nested for (multiplication table)</a:t>
            </a:r>
          </a:p>
          <a:p>
            <a:r>
              <a:t>    for ($i = 1; $i &lt;= 10; $i++) {</a:t>
            </a:r>
          </a:p>
          <a:p>
            <a:r>
              <a:t>        for ($j = 1; $j &lt;= 10; $j++) {</a:t>
            </a:r>
          </a:p>
          <a:p>
            <a:r>
              <a:t>            echo ($i * $j) . " ";</a:t>
            </a:r>
          </a:p>
          <a:p>
            <a:r>
              <a:t>        }</a:t>
            </a:r>
          </a:p>
          <a:p>
            <a:r>
              <a:t>        echo "&lt;br&gt;";</a:t>
            </a:r>
          </a:p>
          <a:p>
            <a:r>
              <a:t>    }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For loop repeats code a specific number of times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While &amp; Do-While Loops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While loop</a:t>
            </a:r>
          </a:p>
          <a:p>
            <a:r>
              <a:t>    $count = 1;</a:t>
            </a:r>
          </a:p>
          <a:p>
            <a:r>
              <a:t>    while ($count &lt;= 5) {</a:t>
            </a:r>
          </a:p>
          <a:p>
            <a:r>
              <a:t>        echo "Count: $count&lt;br&gt;";</a:t>
            </a:r>
          </a:p>
          <a:p>
            <a:r>
              <a:t>        $count++;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// Do-while (executes at least once)</a:t>
            </a:r>
          </a:p>
          <a:p>
            <a:r>
              <a:t>    $num = 1;</a:t>
            </a:r>
          </a:p>
          <a:p>
            <a:r>
              <a:t>    do {</a:t>
            </a:r>
          </a:p>
          <a:p>
            <a:r>
              <a:t>        echo "Number: $num&lt;br&gt;";</a:t>
            </a:r>
          </a:p>
          <a:p>
            <a:r>
              <a:t>        $num++;</a:t>
            </a:r>
          </a:p>
          <a:p>
            <a:r>
              <a:t>    } while ($num &lt;= 5);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While repeats while condition is true, do-while runs at least once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Foreach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Foreach with indexed array</a:t>
            </a:r>
          </a:p>
          <a:p>
            <a:r>
              <a:t>    $colors = ["Red", "Green", "Blue"];</a:t>
            </a:r>
          </a:p>
          <a:p>
            <a:r>
              <a:t>    foreach ($colors as $color) {</a:t>
            </a:r>
          </a:p>
          <a:p>
            <a:r>
              <a:t>        echo "$color&lt;br&gt;";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// Foreach with associative array</a:t>
            </a:r>
          </a:p>
          <a:p>
            <a:r>
              <a:t>    $student = [</a:t>
            </a:r>
          </a:p>
          <a:p>
            <a:r>
              <a:t>        "name" =&gt; "Nguyen Van A",</a:t>
            </a:r>
          </a:p>
          <a:p>
            <a:r>
              <a:t>        "age" =&gt; 20,</a:t>
            </a:r>
          </a:p>
          <a:p>
            <a:r>
              <a:t>        "gpa" =&gt; 3.5</a:t>
            </a:r>
          </a:p>
          <a:p>
            <a:r>
              <a:t>    ];</a:t>
            </a:r>
          </a:p>
          <a:p>
            <a:r>
              <a:t>    foreach ($student as $key =&gt; $value) {</a:t>
            </a:r>
          </a:p>
          <a:p>
            <a:r>
              <a:t>        echo "$key: $value&lt;br&gt;";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// Foreach with multidimensional array</a:t>
            </a:r>
          </a:p>
          <a:p>
            <a:r>
              <a:t>    $students = [</a:t>
            </a:r>
          </a:p>
          <a:p>
            <a:r>
              <a:t>        ["name" =&gt; "A", "score" =&gt; 85],</a:t>
            </a:r>
          </a:p>
          <a:p>
            <a:r>
              <a:t>        ["name" =&gt; "B", "score" =&gt; 90]</a:t>
            </a:r>
          </a:p>
          <a:p>
            <a:r>
              <a:t>    ];</a:t>
            </a:r>
          </a:p>
          <a:p>
            <a:r>
              <a:t>    foreach ($students as $index =&gt; $s) {</a:t>
            </a:r>
          </a:p>
          <a:p>
            <a:r>
              <a:t>        echo ($index + 1) . ". {$s['name']}: {$s['score']}&lt;br&gt;";</a:t>
            </a:r>
          </a:p>
          <a:p>
            <a:r>
              <a:t>    }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Foreach is best for iterating through arrays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    // Simple function</a:t>
            </a:r>
          </a:p>
          <a:p>
            <a:r>
              <a:t>    function sayHello() {</a:t>
            </a:r>
          </a:p>
          <a:p>
            <a:r>
              <a:t>        echo "Hello World!";</a:t>
            </a:r>
          </a:p>
          <a:p>
            <a:r>
              <a:t>    }</a:t>
            </a:r>
          </a:p>
          <a:p>
            <a:r>
              <a:t>    sayHello();</a:t>
            </a:r>
          </a:p>
          <a:p>
            <a:r>
              <a:t>    </a:t>
            </a:r>
          </a:p>
          <a:p>
            <a:r>
              <a:t>    // Function with parameters</a:t>
            </a:r>
          </a:p>
          <a:p>
            <a:r>
              <a:t>    function greet($name) {</a:t>
            </a:r>
          </a:p>
          <a:p>
            <a:r>
              <a:t>        echo "Hello, $name!";</a:t>
            </a:r>
          </a:p>
          <a:p>
            <a:r>
              <a:t>    }</a:t>
            </a:r>
          </a:p>
          <a:p>
            <a:r>
              <a:t>    greet("John");</a:t>
            </a:r>
          </a:p>
          <a:p>
            <a:r>
              <a:t>    </a:t>
            </a:r>
          </a:p>
          <a:p>
            <a:r>
              <a:t>    // Function with default value</a:t>
            </a:r>
          </a:p>
          <a:p>
            <a:r>
              <a:t>    function greetDefault($name = "Guest") {</a:t>
            </a:r>
          </a:p>
          <a:p>
            <a:r>
              <a:t>        echo "Hello, $name!";</a:t>
            </a:r>
          </a:p>
          <a:p>
            <a:r>
              <a:t>    }</a:t>
            </a:r>
          </a:p>
          <a:p>
            <a:r>
              <a:t>    greetDefault();        // Hello, Guest!</a:t>
            </a:r>
          </a:p>
          <a:p>
            <a:r>
              <a:t>    greetDefault("Jane");  // Hello, Jane!</a:t>
            </a:r>
          </a:p>
          <a:p>
            <a:r>
              <a:t>    </a:t>
            </a:r>
          </a:p>
          <a:p>
            <a:r>
              <a:t>    // Function with return value</a:t>
            </a:r>
          </a:p>
          <a:p>
            <a:r>
              <a:t>    function add($a, $b) {</a:t>
            </a:r>
          </a:p>
          <a:p>
            <a:r>
              <a:t>        return $a + $b;</a:t>
            </a:r>
          </a:p>
          <a:p>
            <a:r>
              <a:t>    }</a:t>
            </a:r>
          </a:p>
          <a:p>
            <a:r>
              <a:t>    $sum = add(5, 3);  // 8</a:t>
            </a:r>
          </a:p>
          <a:p>
            <a:r>
              <a:t>    </a:t>
            </a:r>
          </a:p>
          <a:p>
            <a:r>
              <a:t>    // Function with type hints (PHP 7+)</a:t>
            </a:r>
          </a:p>
          <a:p>
            <a:r>
              <a:t>    function calculateArea(float $width, float $height): float {</a:t>
            </a:r>
          </a:p>
          <a:p>
            <a:r>
              <a:t>        return $width * $height;</a:t>
            </a:r>
          </a:p>
          <a:p>
            <a:r>
              <a:t>    }</a:t>
            </a:r>
          </a:p>
          <a:p>
            <a:r>
              <a:t>    $area = calculateArea(5.5, 3.2);  // 17.6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Functions group code for reuse and organization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Variables store data, start with $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Data types: String, Integer, Float, Boolean, Array, NULL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Operators: Arithmetic, Comparison, Logical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Control structures: if-else, switch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Loops: for, while, do-while, foreach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Functions group reusable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